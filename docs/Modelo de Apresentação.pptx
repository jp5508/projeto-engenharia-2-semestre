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3A57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1C3A5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11082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ROBÔ DESVIADOR DE OBSTÁCULOS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Robótica Educacional com Arduino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passo a passo do projeto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6692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Início: 15/08/2026  •  Reunião de abertura (kickoff)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05/12/2026  •  Competição de Robôs Desviadores de Obstáculos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Técnico do Robô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obstáculos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ultrassônico (com servomotor opcional) e infravermelhos.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22549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Deslocar-se com autonomia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423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controlada por dois motores DC com redução.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44494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 a direção de desvio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617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embarcada escolhe automaticamente por onde contornar.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44494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colisões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617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o trajeto completo sem intervenção humana.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Robô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AF3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MECÂNICA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50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em MDF ou acrílico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prévio em papel cartão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18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Acopladas ao conjunto do motor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Amarelo, azul ou micromotor c/ redução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do servo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257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o servomotor e o sensor giratório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AF0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ELETRÔNICA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246888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350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651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 do robô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33756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218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3520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 alimentação dos motores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20624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+ servomotor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4389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Ultrassônico HC-SR04 (com varredura opcional) + IV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507492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956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5257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 18650 c/ suporte e interruptor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MATERIAIS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(BOM)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Especificação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Qtde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Placa controladora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Arduino Uno R3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Sensor de distância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Ultrassônico HC-SR04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Servomotor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SG90 ou MG90S (opcional)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Sensor de obstáculo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Infravermelho (IV)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2+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Driver de motores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Ponte 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Motores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Amarelo/azul/micromotor c/ redução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Alimentação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Suporte 18650 c/ interruptor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Estrutura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Chassi em MDF ou acrílico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EAF3F4"/>
          </a:solidFill>
          <a:ln/>
        </p:spPr>
      </p:sp>
      <p:sp>
        <p:nvSpPr>
          <p:cNvPr id="6" name="Shape 3"/>
          <p:cNvSpPr/>
          <p:nvPr/>
        </p:nvSpPr>
        <p:spPr>
          <a:xfrm>
            <a:off x="8549640" y="196596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5205" y="2141525"/>
            <a:ext cx="380390" cy="3803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Ponte H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0392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 sentido e a velocidade dos motores e também intermedia a alimentação vinda das pilhas.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Servomotor (opcional)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o sensor ultrassônico para ampliar o campo de varredura. Pode ser desativado no código, mantendo o sensor fixo.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Fases do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10725912" cy="0"/>
          </a:xfrm>
          <a:prstGeom prst="line">
            <a:avLst/>
          </a:prstGeom>
          <a:noFill/>
          <a:ln w="38100">
            <a:solidFill>
              <a:srgbClr val="3E5A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1804416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6088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0056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e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996184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7856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01824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187952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93592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Aquisições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379720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1392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5360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Fabricação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montagem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571488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316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77128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7763256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68896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autônoma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955024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6696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0664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0146792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08464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52432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da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11338560" y="3447288"/>
            <a:ext cx="237744" cy="237744"/>
          </a:xfrm>
          <a:prstGeom prst="ellipse">
            <a:avLst/>
          </a:prstGeom>
          <a:solidFill>
            <a:srgbClr val="1E7C8C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00232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44200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182880" y="4754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15/08/2026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43032" y="4754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05/12/2026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 E 2 · 15–28/08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e Especificação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9696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abertura (kickoff)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2103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projeto, cronograma e expectativas — 15/08.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98648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3085186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529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das equipes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00200" y="32186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frentes: Mecânica, Eletrônica, Programação, Estratégia e Testes, e Gestão.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014216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4200754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968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estudo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600200" y="43342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desviadores de obstáculos, Arduino e sensores.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129784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5316322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0840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BOM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600200" y="544982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 e lista de materiais — entrega em 28/08.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223760" y="1783080"/>
            <a:ext cx="4389120" cy="4114800"/>
          </a:xfrm>
          <a:prstGeom prst="roundRect">
            <a:avLst>
              <a:gd name="adj" fmla="val 2222"/>
            </a:avLst>
          </a:prstGeom>
          <a:solidFill>
            <a:srgbClr val="EAF0F6"/>
          </a:solidFill>
          <a:ln/>
        </p:spPr>
      </p:sp>
      <p:sp>
        <p:nvSpPr>
          <p:cNvPr id="21" name="Text 15"/>
          <p:cNvSpPr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final da Etapa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498080" y="2514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 aprovado, definindo o que o robô deve detectar, como deve se mover e quais restrições deve respeitar — base para todo o projeto do chassi e da eletrônica.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98080" y="5120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G2 — 28/08: requisitos definidos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24/08–12/09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Chassi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Croqui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16352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EAF3F4"/>
          </a:solidFill>
          <a:ln w="19050">
            <a:solidFill>
              <a:srgbClr val="1E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cartão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0872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92624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ajustes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67144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68896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8896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final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(MDF/acrílico)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43416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45168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5168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servo/sensor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10881360" cy="2331720"/>
          </a:xfrm>
          <a:prstGeom prst="roundRect">
            <a:avLst>
              <a:gd name="adj" fmla="val 3922"/>
            </a:avLst>
          </a:prstGeom>
          <a:solidFill>
            <a:srgbClr val="EAF3F4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79476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3992270"/>
            <a:ext cx="427939" cy="42793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965960" y="374904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começar pelo papel cartão?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965960" y="420624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cartão é barato e fácil de cortar — permite testar dimensões, encaixes e o centro de massa do robô antes de gastar material definitivo. Só depois de validado o molde é que o desenho segue para o corte em MDF ou acrílico, evitando desperdício e retrabalho.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4 E 5 · 31/08–30/09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Aquisições e Montagem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0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Aquisições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de componentes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preços e fornecedores, incluindo o servo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especial a Arduino, ponte H e sensores (reserva)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conferência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de que tudo chegou e funciona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3F4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52498"/>
            <a:ext cx="404165" cy="4041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9808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Fabricação e Montagem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53796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C8C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8122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 montagem mecânica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81228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cortado; motores e rodas fixados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53796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C8C"/>
                </a:solidFill>
              </a:rPr>
              <a:t>•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8122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do servomotor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8122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 do servo e do sensor giratório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53796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C8C"/>
                </a:solidFill>
              </a:rPr>
              <a:t>•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81228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eletrônica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81228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Arduino, ponte H, sensores e bateria conectados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01–13/10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Básica — Abordagem Incremental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Frente, trás, giro, parar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213055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7744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291693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2316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316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velocidade (0–255)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00507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196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9145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Ultrassônico e infravermelhos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587959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597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24" name="Text 22"/>
          <p:cNvSpPr/>
          <p:nvPr/>
        </p:nvSpPr>
        <p:spPr>
          <a:xfrm>
            <a:off x="666597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(opcional)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75411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0100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29" name="Shape 27"/>
          <p:cNvSpPr/>
          <p:nvPr/>
        </p:nvSpPr>
        <p:spPr>
          <a:xfrm>
            <a:off x="854049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30" name="Text 28"/>
          <p:cNvSpPr/>
          <p:nvPr/>
        </p:nvSpPr>
        <p:spPr>
          <a:xfrm>
            <a:off x="854049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4672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"se detectar, então..."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962863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87552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501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501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92124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2124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no ambiente real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em camadas — testando cada nível isoladamente — evita um único programa gigante e difícil de depurar.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· 14–31/10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Navegação Autônoma — Lógica de Desvio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1C3A57"/>
          </a:solidFill>
          <a:ln w="3175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FRENTE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212080" y="182880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1C3A57"/>
          </a:solidFill>
          <a:ln w="31750">
            <a:solidFill>
              <a:srgbClr val="1E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PARAR 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RECUAR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212080" y="38404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1C3A57"/>
          </a:solidFill>
          <a:ln w="31750">
            <a:solidFill>
              <a:srgbClr val="4C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840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C7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GIRAR PARA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4C7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LADO LIVRE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91840" y="3246120"/>
            <a:ext cx="1920240" cy="-822960"/>
          </a:xfrm>
          <a:prstGeom prst="line">
            <a:avLst/>
          </a:prstGeom>
          <a:noFill/>
          <a:ln w="25400">
            <a:solidFill>
              <a:srgbClr val="1E7C8C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3756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 detectado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3017520"/>
            <a:ext cx="0" cy="822960"/>
          </a:xfrm>
          <a:prstGeom prst="line">
            <a:avLst/>
          </a:prstGeom>
          <a:noFill/>
          <a:ln w="25400">
            <a:solidFill>
              <a:srgbClr val="1E7C8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53796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livre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0" y="4526280"/>
            <a:ext cx="-3108960" cy="-594360"/>
          </a:xfrm>
          <a:prstGeom prst="line">
            <a:avLst/>
          </a:prstGeom>
          <a:noFill/>
          <a:ln w="25400">
            <a:solidFill>
              <a:srgbClr val="4C7A9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10312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trajeto livre — retoma o percurso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539496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1C3A57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5486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servomotor ativo, o sensor ultrassônico varre 3 posições antes de decidir; sem ele, os infravermelhos guiam a decisão.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 · 02–28/11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Orientados a Dados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Ação de ajuste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Linha reta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9/10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Equalizar velocidade dos motores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Ultrassom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7/10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Ajustar limiar de distância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Desvio (IV)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6/10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Aproximar sensores da borda frontal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Percurso completo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7/10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Reduzir velocidade nas curvas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8308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EAF3F4"/>
          </a:solidFill>
          <a:ln/>
        </p:spPr>
      </p:sp>
      <p:sp>
        <p:nvSpPr>
          <p:cNvPr id="6" name="Shape 3"/>
          <p:cNvSpPr/>
          <p:nvPr/>
        </p:nvSpPr>
        <p:spPr>
          <a:xfrm>
            <a:off x="7818120" y="2011680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658" y="219821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PDCA aplicado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1812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→ Observação → Coleta de dados → Identificação do problema → Alteração → Novo teste.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18120" y="4114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teste gera um dado registrado — a equipe deixa de "soltar" o robô e passa a desenvolver com evidências.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 (DOCUMENTAÇÃO) E FASE 9 · ATÉ 28/11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Prévia da Competição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64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 de projeto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do desenvolvimento — entregue até 28/11.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5" y="301020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16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do projeto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visual da equipe — entregue até 28/11.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406176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867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em PowerPoint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5448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a turma e a banca — entregue até 28/11.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92240" y="178308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C3A57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66560" y="201168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098" y="2198218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Prévia da Competição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76656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novembro de 2026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766560" y="3383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 geral em condições próximas às da competição oficial, com o robô já operacional e toda a documentação entregue. Os resultados orientam os ajustes finais antes do dia 05/12.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766560" y="5120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seguida: análise dos resultados (30/11–02/12) e checklist final (03–04/12).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10 · 05/12/2026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Competição e Encerramento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0" cy="137160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579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da competição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0" y="24231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final (véspera) → Competição de Robôs Desviadores de Obstáculos → Lições aprendidas.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87452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íntegro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98280" y="187452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64040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e rodas ok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92240" y="274320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6700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e ponte H ok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098280" y="274320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64040" y="26700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 carregadas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92240" y="361188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538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e servo ok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098280" y="361188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64040" y="3538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realizada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92240" y="448056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4407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final salvo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098280" y="448056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64040" y="4407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aprovado na inspeção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PROJETO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 Parciais e Gestão de Riscos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0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entregas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783080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BOM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83080" y="2953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em papel cartão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4838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05/09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83080" y="34838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final do chassi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0142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83080" y="40142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e servomotor calibrados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5445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83080" y="4544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hardware+software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83080" y="5074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Caderno, banner, apresentação e prévia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BEFE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críticos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3A2E"/>
                </a:solidFill>
              </a:rPr>
              <a:t>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377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falsas do ultrassônico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697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por média; calibração cuidadosa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3A2E"/>
                </a:solidFill>
              </a:rPr>
              <a:t>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2186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 com jitter (tremor)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538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isolado; biblioteca Servo.h padrão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4105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3A2E"/>
                </a:solidFill>
              </a:rPr>
              <a:t>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0599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travando durante o percurso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3799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estados; testar por partes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4946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3A2E"/>
                </a:solidFill>
              </a:rPr>
              <a:t>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490118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mal dimensionado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5221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molde de papel cartão antes de cortar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3A57"/>
          </a:solidFill>
          <a:ln/>
        </p:spPr>
      </p:sp>
      <p:sp>
        <p:nvSpPr>
          <p:cNvPr id="3" name="Shape 1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79222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Mãos à obra!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percurso: engenharia, programação e trabalho em equipe rumo à competição de 05/12/2026.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com Arduino  •  Robótica Educacional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2026-08-15T02:55:41Z</dcterms:created>
  <dcterms:modified xsi:type="dcterms:W3CDTF">2026-08-15T02:55:41Z</dcterms:modified>
</cp:coreProperties>
</file>